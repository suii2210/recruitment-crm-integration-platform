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7556500" cy="10693400"/>
  <p:notesSz cx="6858000" cy="9144000"/>
  <p:embeddedFontLst>
    <p:embeddedFont>
      <p:font typeface="Canva Sans" panose="020B0604020202020204" charset="0"/>
      <p:regular r:id="rId3"/>
    </p:embeddedFont>
    <p:embeddedFont>
      <p:font typeface="Canva Sans Bold" panose="020B0604020202020204" charset="0"/>
      <p:regular r:id="rId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100" d="100"/>
          <a:sy n="100" d="100"/>
        </p:scale>
        <p:origin x="2418" y="-20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font" Target="fonts/font1.fntdata"/><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176"/>
            <a:ext cx="7560000" cy="10698353"/>
          </a:xfrm>
          <a:custGeom>
            <a:avLst/>
            <a:gdLst/>
            <a:ahLst/>
            <a:cxnLst/>
            <a:rect l="l" t="t" r="r" b="b"/>
            <a:pathLst>
              <a:path w="7560000" h="10698353">
                <a:moveTo>
                  <a:pt x="0" y="0"/>
                </a:moveTo>
                <a:lnTo>
                  <a:pt x="7560000" y="0"/>
                </a:lnTo>
                <a:lnTo>
                  <a:pt x="7560000" y="10698352"/>
                </a:lnTo>
                <a:lnTo>
                  <a:pt x="0" y="106983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3" name="TextBox 3"/>
          <p:cNvSpPr txBox="1"/>
          <p:nvPr/>
        </p:nvSpPr>
        <p:spPr>
          <a:xfrm>
            <a:off x="756000" y="1606780"/>
            <a:ext cx="6048000" cy="8409738"/>
          </a:xfrm>
          <a:prstGeom prst="rect">
            <a:avLst/>
          </a:prstGeom>
        </p:spPr>
        <p:txBody>
          <a:bodyPr lIns="0" tIns="0" rIns="0" bIns="0" rtlCol="0" anchor="t">
            <a:spAutoFit/>
          </a:bodyPr>
          <a:lstStyle/>
          <a:p>
            <a:pPr algn="ctr">
              <a:lnSpc>
                <a:spcPts val="2666"/>
              </a:lnSpc>
            </a:pPr>
            <a:r>
              <a:rPr lang="en-US" sz="1666" b="1" spc="-4" dirty="0">
                <a:solidFill>
                  <a:srgbClr val="222222"/>
                </a:solidFill>
                <a:latin typeface="Canva Sans Bold"/>
                <a:ea typeface="Canva Sans Bold"/>
                <a:cs typeface="Canva Sans Bold"/>
                <a:sym typeface="Canva Sans Bold"/>
              </a:rPr>
              <a:t> Internship Offer Letter</a:t>
            </a:r>
          </a:p>
          <a:p>
            <a:pPr algn="l">
              <a:lnSpc>
                <a:spcPts val="1411"/>
              </a:lnSpc>
            </a:pPr>
            <a:r>
              <a:rPr sz="1100" dirty="0"/>
              <a:t>Date: 08 November 2025</a:t>
            </a:r>
          </a:p>
          <a:p>
            <a:pPr algn="l">
              <a:lnSpc>
                <a:spcPts val="1411"/>
              </a:lnSpc>
            </a:pPr>
            <a:endParaRPr dirty="0"/>
          </a:p>
          <a:p>
            <a:pPr algn="l">
              <a:lnSpc>
                <a:spcPts val="1411"/>
              </a:lnSpc>
            </a:pPr>
            <a:r>
              <a:rPr lang="en-US" sz="882" spc="-2" dirty="0">
                <a:solidFill>
                  <a:srgbClr val="222222"/>
                </a:solidFill>
                <a:latin typeface="Canva Sans"/>
                <a:ea typeface="Canva Sans"/>
                <a:cs typeface="Canva Sans"/>
                <a:sym typeface="Canva Sans"/>
              </a:rPr>
              <a:t>The </a:t>
            </a:r>
            <a:r>
              <a:rPr lang="en-US" sz="882" spc="-2" dirty="0" err="1">
                <a:solidFill>
                  <a:srgbClr val="222222"/>
                </a:solidFill>
                <a:latin typeface="Canva Sans"/>
                <a:ea typeface="Canva Sans"/>
                <a:cs typeface="Canva Sans"/>
                <a:sym typeface="Canva Sans"/>
              </a:rPr>
              <a:t>ProEducator</a:t>
            </a: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Prashant Kumar LTD</a:t>
            </a:r>
          </a:p>
          <a:p>
            <a:pPr algn="l">
              <a:lnSpc>
                <a:spcPts val="1411"/>
              </a:lnSpc>
            </a:pPr>
            <a:r>
              <a:rPr lang="en-US" sz="882" spc="-2" dirty="0">
                <a:solidFill>
                  <a:srgbClr val="222222"/>
                </a:solidFill>
                <a:latin typeface="Canva Sans"/>
                <a:ea typeface="Canva Sans"/>
                <a:cs typeface="Canva Sans"/>
                <a:sym typeface="Canva Sans"/>
              </a:rPr>
              <a:t>EL, 9A AC, London, UK, HA2 6DP </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sz="1100" dirty="0"/>
              <a:t>Dear khushi singh,</a:t>
            </a:r>
          </a:p>
          <a:p>
            <a:pPr algn="l">
              <a:lnSpc>
                <a:spcPts val="1411"/>
              </a:lnSpc>
            </a:pPr>
            <a:endParaRPr sz="1100" dirty="0"/>
          </a:p>
          <a:p>
            <a:pPr algn="l">
              <a:lnSpc>
                <a:spcPts val="1411"/>
              </a:lnSpc>
            </a:pPr>
            <a:r>
              <a:rPr sz="1100" dirty="0"/>
              <a:t>We are delighted to offer you the position of  </a:t>
            </a:r>
            <a:r>
              <a:rPr lang="en-GB" sz="1100" dirty="0"/>
              <a:t>Web Developer </a:t>
            </a:r>
            <a:r>
              <a:rPr sz="1100" dirty="0"/>
              <a:t>Intern at Prashant Kumar LTD, starting 08 November 2025. Your passion, dedication, and enthusiasm during the selection process truly impressed us, and we are excited to welcome you aboard.</a:t>
            </a:r>
            <a:endParaRPr lang="en-GB" sz="1100" dirty="0"/>
          </a:p>
          <a:p>
            <a:pPr algn="l">
              <a:lnSpc>
                <a:spcPts val="1411"/>
              </a:lnSpc>
            </a:pPr>
            <a:endParaRPr sz="1100" dirty="0"/>
          </a:p>
          <a:p>
            <a:pPr>
              <a:lnSpc>
                <a:spcPts val="1411"/>
              </a:lnSpc>
            </a:pPr>
            <a:r>
              <a:rPr lang="en-GB" sz="1100" dirty="0"/>
              <a:t>This internship is an unpaid opportunity, designed to provide you with practical, real-world experience in a dynamic and mission-driven environment. Upon successful completion of the program, and based on your performance, you will receive an official Certificate of Completion.</a:t>
            </a:r>
            <a:endParaRPr sz="1100" dirty="0"/>
          </a:p>
          <a:p>
            <a:pPr algn="l">
              <a:lnSpc>
                <a:spcPts val="1411"/>
              </a:lnSpc>
            </a:pPr>
            <a:endParaRPr dirty="0"/>
          </a:p>
          <a:p>
            <a:pPr algn="l">
              <a:lnSpc>
                <a:spcPts val="1411"/>
              </a:lnSpc>
            </a:pPr>
            <a:r>
              <a:rPr lang="en-US" sz="882" b="1" spc="-2" dirty="0">
                <a:solidFill>
                  <a:schemeClr val="tx1">
                    <a:lumMod val="75000"/>
                    <a:lumOff val="25000"/>
                  </a:schemeClr>
                </a:solidFill>
                <a:latin typeface="Canva Sans Bold"/>
                <a:ea typeface="Canva Sans Bold"/>
                <a:cs typeface="Canva Sans Bold"/>
                <a:sym typeface="Canva Sans Bold"/>
              </a:rPr>
              <a:t>Terms and Conditions</a:t>
            </a:r>
            <a:r>
              <a:rPr lang="en-US" sz="882" b="1" spc="-2" dirty="0">
                <a:solidFill>
                  <a:schemeClr val="tx1">
                    <a:lumMod val="75000"/>
                    <a:lumOff val="25000"/>
                  </a:schemeClr>
                </a:solidFill>
                <a:latin typeface="Canva Sans"/>
                <a:ea typeface="Canva Sans"/>
                <a:cs typeface="Canva Sans"/>
                <a:sym typeface="Canva Sans"/>
              </a:rPr>
              <a:t>:</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Confidentiality</a:t>
            </a:r>
            <a:r>
              <a:rPr lang="en-US" sz="882" b="1"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During your internship, you may have access to sensitive and confidential company information. You agree to maintain the confidentiality of all such information and not use or disclose it outside the organization.</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Task Submission</a:t>
            </a:r>
            <a:r>
              <a:rPr lang="en-US" sz="882"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 You are expected to complete all assigned tasks and responsibilities within the given deadlines and maintain consistent communication with your supervisor.</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Professional Conduct</a:t>
            </a:r>
            <a:r>
              <a:rPr lang="en-US" sz="882"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 We expect you to uphold a high standard of professionalism, integrity, and commitment throughout your internship term.</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Please confirm your acceptance of this offer by replying to this email with a signed copy of the declaration below.</a:t>
            </a:r>
          </a:p>
          <a:p>
            <a:pPr algn="l">
              <a:lnSpc>
                <a:spcPts val="1411"/>
              </a:lnSpc>
            </a:pPr>
            <a:r>
              <a:rPr lang="en-US" sz="882" spc="-2" dirty="0">
                <a:solidFill>
                  <a:srgbClr val="222222"/>
                </a:solidFill>
                <a:latin typeface="Canva Sans"/>
                <a:ea typeface="Canva Sans"/>
                <a:cs typeface="Canva Sans"/>
                <a:sym typeface="Canva Sans"/>
              </a:rPr>
              <a:t>We look forward to having you as part of our team and wish you a rewarding learning experience with us.</a:t>
            </a:r>
          </a:p>
          <a:p>
            <a:pPr algn="l">
              <a:lnSpc>
                <a:spcPts val="1411"/>
              </a:lnSpc>
            </a:pPr>
            <a:r>
              <a:rPr lang="en-US" sz="882" spc="-2" dirty="0">
                <a:solidFill>
                  <a:srgbClr val="222222"/>
                </a:solidFill>
                <a:latin typeface="Canva Sans"/>
                <a:ea typeface="Canva Sans"/>
                <a:cs typeface="Canva Sans"/>
                <a:sym typeface="Canva Sans"/>
              </a:rPr>
              <a:t>Warm regards,</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Prashant Kumar</a:t>
            </a:r>
          </a:p>
          <a:p>
            <a:pPr algn="l">
              <a:lnSpc>
                <a:spcPts val="1411"/>
              </a:lnSpc>
            </a:pPr>
            <a:r>
              <a:rPr lang="en-US" sz="882" spc="-2" dirty="0">
                <a:solidFill>
                  <a:srgbClr val="222222"/>
                </a:solidFill>
                <a:latin typeface="Canva Sans"/>
                <a:ea typeface="Canva Sans"/>
                <a:cs typeface="Canva Sans"/>
                <a:sym typeface="Canva Sans"/>
              </a:rPr>
              <a:t>Founder &amp; Director</a:t>
            </a:r>
          </a:p>
          <a:p>
            <a:pPr algn="l">
              <a:lnSpc>
                <a:spcPts val="1411"/>
              </a:lnSpc>
            </a:pPr>
            <a:r>
              <a:rPr lang="en-US" sz="882" spc="-2" dirty="0">
                <a:solidFill>
                  <a:srgbClr val="222222"/>
                </a:solidFill>
                <a:latin typeface="Canva Sans"/>
                <a:ea typeface="Canva Sans"/>
                <a:cs typeface="Canva Sans"/>
                <a:sym typeface="Canva Sans"/>
              </a:rPr>
              <a:t>The </a:t>
            </a:r>
            <a:r>
              <a:rPr lang="en-US" sz="882" spc="-2" dirty="0" err="1">
                <a:solidFill>
                  <a:srgbClr val="222222"/>
                </a:solidFill>
                <a:latin typeface="Canva Sans"/>
                <a:ea typeface="Canva Sans"/>
                <a:cs typeface="Canva Sans"/>
                <a:sym typeface="Canva Sans"/>
              </a:rPr>
              <a:t>ProEducator</a:t>
            </a:r>
            <a:endParaRPr lang="en-US" sz="882" spc="-2" dirty="0">
              <a:solidFill>
                <a:srgbClr val="222222"/>
              </a:solidFill>
              <a:latin typeface="Canva Sans"/>
              <a:ea typeface="Canva Sans"/>
              <a:cs typeface="Canva Sans"/>
              <a:sym typeface="Canva Sans"/>
            </a:endParaRP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b="1" spc="-2" dirty="0">
                <a:solidFill>
                  <a:srgbClr val="222222"/>
                </a:solidFill>
                <a:latin typeface="Canva Sans Bold"/>
                <a:ea typeface="Canva Sans Bold"/>
                <a:cs typeface="Canva Sans Bold"/>
                <a:sym typeface="Canva Sans Bold"/>
              </a:rPr>
              <a:t>Internship Acceptance Declaration</a:t>
            </a:r>
          </a:p>
          <a:p>
            <a:pPr algn="l">
              <a:lnSpc>
                <a:spcPts val="1411"/>
              </a:lnSpc>
            </a:pPr>
            <a:r>
              <a:rPr sz="1100" dirty="0"/>
              <a:t>I,  </a:t>
            </a:r>
            <a:r>
              <a:rPr lang="en-GB" sz="1100" dirty="0"/>
              <a:t>khushi singh</a:t>
            </a:r>
            <a:r>
              <a:rPr sz="1100" dirty="0"/>
              <a:t>, accept the above internship offer for the position of</a:t>
            </a:r>
            <a:r>
              <a:rPr lang="en-GB" sz="1100" dirty="0"/>
              <a:t> 3 Months Internship </a:t>
            </a:r>
            <a:r>
              <a:rPr sz="1100" dirty="0"/>
              <a:t>Interns at Prashant Kumar LTD and confirm my start date as 08 November 2025. I have read, understood, and agree to abide by the terms and conditions outlined in the offer letter.</a:t>
            </a:r>
          </a:p>
          <a:p>
            <a:pPr algn="l">
              <a:lnSpc>
                <a:spcPts val="1411"/>
              </a:lnSpc>
            </a:pPr>
            <a:r>
              <a:rPr lang="en-US" sz="882" spc="-2" dirty="0">
                <a:solidFill>
                  <a:srgbClr val="222222"/>
                </a:solidFill>
                <a:latin typeface="Canva Sans"/>
                <a:ea typeface="Canva Sans"/>
                <a:cs typeface="Canva Sans"/>
                <a:sym typeface="Canva Sans"/>
              </a:rPr>
              <a:t>Date: _______________</a:t>
            </a:r>
          </a:p>
          <a:p>
            <a:pPr algn="l">
              <a:lnSpc>
                <a:spcPts val="1411"/>
              </a:lnSpc>
            </a:pPr>
            <a:r>
              <a:rPr lang="en-US" sz="882" spc="-2" dirty="0">
                <a:solidFill>
                  <a:srgbClr val="222222"/>
                </a:solidFill>
                <a:latin typeface="Canva Sans"/>
                <a:ea typeface="Canva Sans"/>
                <a:cs typeface="Canva Sans"/>
                <a:sym typeface="Canva Sans"/>
              </a:rPr>
              <a:t>Place: ______________</a:t>
            </a:r>
          </a:p>
        </p:txBody>
      </p:sp>
      <p:sp>
        <p:nvSpPr>
          <p:cNvPr id="4" name="Freeform 4"/>
          <p:cNvSpPr/>
          <p:nvPr/>
        </p:nvSpPr>
        <p:spPr>
          <a:xfrm>
            <a:off x="752500" y="7708900"/>
            <a:ext cx="732824" cy="220576"/>
          </a:xfrm>
          <a:custGeom>
            <a:avLst/>
            <a:gdLst/>
            <a:ahLst/>
            <a:cxnLst/>
            <a:rect l="l" t="t" r="r" b="b"/>
            <a:pathLst>
              <a:path w="732824" h="220576">
                <a:moveTo>
                  <a:pt x="0" y="0"/>
                </a:moveTo>
                <a:lnTo>
                  <a:pt x="732824" y="0"/>
                </a:lnTo>
                <a:lnTo>
                  <a:pt x="732824" y="220576"/>
                </a:lnTo>
                <a:lnTo>
                  <a:pt x="0" y="220576"/>
                </a:lnTo>
                <a:lnTo>
                  <a:pt x="0" y="0"/>
                </a:lnTo>
                <a:close/>
              </a:path>
            </a:pathLst>
          </a:custGeom>
          <a:blipFill>
            <a:blip r:embed="rId4"/>
            <a:stretch>
              <a:fillRect l="-14086" t="-94022" r="-8116" b="-92979"/>
            </a:stretch>
          </a:blipFill>
        </p:spPr>
        <p:txBody>
          <a:bodyPr/>
          <a:lstStyle/>
          <a:p>
            <a:endParaRPr/>
          </a:p>
        </p:txBody>
      </p:sp>
      <p:sp>
        <p:nvSpPr>
          <p:cNvPr id="5" name="TextBox 5"/>
          <p:cNvSpPr txBox="1"/>
          <p:nvPr/>
        </p:nvSpPr>
        <p:spPr>
          <a:xfrm>
            <a:off x="5708886" y="9650195"/>
            <a:ext cx="1095114" cy="164761"/>
          </a:xfrm>
          <a:prstGeom prst="rect">
            <a:avLst/>
          </a:prstGeom>
        </p:spPr>
        <p:txBody>
          <a:bodyPr lIns="0" tIns="0" rIns="0" bIns="0" rtlCol="0" anchor="t">
            <a:spAutoFit/>
          </a:bodyPr>
          <a:lstStyle/>
          <a:p>
            <a:pPr algn="ctr">
              <a:lnSpc>
                <a:spcPts val="1451"/>
              </a:lnSpc>
              <a:spcBef>
                <a:spcPct val="0"/>
              </a:spcBef>
            </a:pPr>
            <a:r>
              <a:rPr lang="en-US" sz="879">
                <a:solidFill>
                  <a:srgbClr val="000000"/>
                </a:solidFill>
                <a:latin typeface="Canva Sans"/>
                <a:ea typeface="Canva Sans"/>
                <a:cs typeface="Canva Sans"/>
                <a:sym typeface="Canva Sans"/>
              </a:rPr>
              <a:t>Signed: ______________</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328</Words>
  <Application>Microsoft Office PowerPoint</Application>
  <PresentationFormat>Custom</PresentationFormat>
  <Paragraphs>36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Arial</vt:lpstr>
      <vt:lpstr>Canva Sans Bold</vt:lpstr>
      <vt:lpstr>Canva Sans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offer letter</dc:title>
  <dc:creator>shruti singh</dc:creator>
  <cp:lastModifiedBy>shruti singh</cp:lastModifiedBy>
  <cp:revision>8</cp:revision>
  <dcterms:created xsi:type="dcterms:W3CDTF">2006-08-16T00:00:00Z</dcterms:created>
  <dcterms:modified xsi:type="dcterms:W3CDTF">2025-09-14T22:50:15Z</dcterms:modified>
  <dc:identifier>DAGx0OCUH9U</dc:identifier>
</cp:coreProperties>
</file>